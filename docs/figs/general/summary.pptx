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4" autoAdjust="0"/>
    <p:restoredTop sz="63175" autoAdjust="0"/>
  </p:normalViewPr>
  <p:slideViewPr>
    <p:cSldViewPr snapToGrid="0">
      <p:cViewPr varScale="1">
        <p:scale>
          <a:sx n="27" d="100"/>
          <a:sy n="27" d="100"/>
        </p:scale>
        <p:origin x="2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488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656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140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235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770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569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268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256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0208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42554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438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E540C-253D-454A-8B27-ECFCBAF5489C}" type="datetimeFigureOut">
              <a:rPr lang="en-NL" smtClean="0"/>
              <a:t>16/10/2026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D1A3-2171-4BC0-BEBA-CEB55C9696C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654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FB0AF6-BE11-6E39-9C7C-0FE8B25E6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86" y="4205482"/>
            <a:ext cx="4085806" cy="3113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B47AB-E8BA-AB44-7D42-0B40F7283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4160" y="4211503"/>
            <a:ext cx="4081839" cy="3101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D14C2E-AEEE-11A0-D029-E7E5758CEE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22" r="3102"/>
          <a:stretch>
            <a:fillRect/>
          </a:stretch>
        </p:blipFill>
        <p:spPr>
          <a:xfrm>
            <a:off x="4892383" y="677854"/>
            <a:ext cx="4081840" cy="3401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AA4FB7-6770-6544-9586-0EF187AE3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55" y="693572"/>
            <a:ext cx="4077869" cy="33701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7D2980-06AE-4BD9-6F5C-0DF049684602}"/>
              </a:ext>
            </a:extLst>
          </p:cNvPr>
          <p:cNvSpPr txBox="1"/>
          <p:nvPr/>
        </p:nvSpPr>
        <p:spPr>
          <a:xfrm>
            <a:off x="13420412" y="5438858"/>
            <a:ext cx="3989335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SANKEY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347066-D0C9-3DA3-4B00-62E587F221F5}"/>
              </a:ext>
            </a:extLst>
          </p:cNvPr>
          <p:cNvSpPr txBox="1"/>
          <p:nvPr/>
        </p:nvSpPr>
        <p:spPr>
          <a:xfrm>
            <a:off x="4894370" y="2055473"/>
            <a:ext cx="407786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CHORD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25595-1929-2471-B2FC-88AC79D3C15D}"/>
              </a:ext>
            </a:extLst>
          </p:cNvPr>
          <p:cNvSpPr txBox="1"/>
          <p:nvPr/>
        </p:nvSpPr>
        <p:spPr>
          <a:xfrm>
            <a:off x="687670" y="5438858"/>
            <a:ext cx="40818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D3GRAPH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EC7761-C13A-3DAA-A0EB-CB15A88B917D}"/>
              </a:ext>
            </a:extLst>
          </p:cNvPr>
          <p:cNvSpPr txBox="1"/>
          <p:nvPr/>
        </p:nvSpPr>
        <p:spPr>
          <a:xfrm>
            <a:off x="689656" y="2055473"/>
            <a:ext cx="407786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HEATMAP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A381F8-1E91-DEB3-7B45-CE808744E58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40" b="188"/>
          <a:stretch>
            <a:fillRect/>
          </a:stretch>
        </p:blipFill>
        <p:spPr>
          <a:xfrm>
            <a:off x="13374160" y="10669631"/>
            <a:ext cx="4081839" cy="30573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FAF76E5-E8D0-4A0B-4954-EC3F5A863A84}"/>
              </a:ext>
            </a:extLst>
          </p:cNvPr>
          <p:cNvSpPr txBox="1"/>
          <p:nvPr/>
        </p:nvSpPr>
        <p:spPr>
          <a:xfrm>
            <a:off x="13376144" y="11875119"/>
            <a:ext cx="4077870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IMAGESLIDER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032A2D8-64ED-B71B-B1E7-AA6438CA7D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70" r="740"/>
          <a:stretch>
            <a:fillRect/>
          </a:stretch>
        </p:blipFill>
        <p:spPr>
          <a:xfrm>
            <a:off x="13374160" y="7395520"/>
            <a:ext cx="4081838" cy="312057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BF696F8-865A-742D-B841-8A7C79678900}"/>
              </a:ext>
            </a:extLst>
          </p:cNvPr>
          <p:cNvSpPr txBox="1"/>
          <p:nvPr/>
        </p:nvSpPr>
        <p:spPr>
          <a:xfrm>
            <a:off x="13374160" y="8632641"/>
            <a:ext cx="408183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CIRCLEPACKING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5506568-0550-A6B8-0173-DCF2E87FF06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4854" t="8954" r="16334" b="25228"/>
          <a:stretch>
            <a:fillRect/>
          </a:stretch>
        </p:blipFill>
        <p:spPr>
          <a:xfrm>
            <a:off x="4892384" y="4204943"/>
            <a:ext cx="4081838" cy="31141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D28B14C-E541-2E3E-F473-4F38A4F64236}"/>
              </a:ext>
            </a:extLst>
          </p:cNvPr>
          <p:cNvSpPr txBox="1"/>
          <p:nvPr/>
        </p:nvSpPr>
        <p:spPr>
          <a:xfrm>
            <a:off x="4892384" y="5438858"/>
            <a:ext cx="40818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ELASTICGRAPH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709602D-5678-55ED-E97A-F3774D7C0D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0353" y="7398727"/>
            <a:ext cx="4077868" cy="311415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9714818-0909-6F8D-F5C4-78A4EFE5258B}"/>
              </a:ext>
            </a:extLst>
          </p:cNvPr>
          <p:cNvSpPr txBox="1"/>
          <p:nvPr/>
        </p:nvSpPr>
        <p:spPr>
          <a:xfrm>
            <a:off x="9140354" y="8632641"/>
            <a:ext cx="407786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TIMESERIES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204F643-FF86-56F1-1459-61AD6CE485D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341"/>
          <a:stretch>
            <a:fillRect/>
          </a:stretch>
        </p:blipFill>
        <p:spPr>
          <a:xfrm>
            <a:off x="9140354" y="10641205"/>
            <a:ext cx="4077867" cy="311415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FCBA323-1F80-3889-8D25-D8E72D738B05}"/>
              </a:ext>
            </a:extLst>
          </p:cNvPr>
          <p:cNvSpPr txBox="1"/>
          <p:nvPr/>
        </p:nvSpPr>
        <p:spPr>
          <a:xfrm>
            <a:off x="9142338" y="11875119"/>
            <a:ext cx="407389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MAPS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AB6F13C8-CF32-A7CC-773B-0167633A45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72176" y="13831469"/>
            <a:ext cx="4085806" cy="310774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2AA8C25-C7BA-E2FC-FACC-13334B4ED815}"/>
              </a:ext>
            </a:extLst>
          </p:cNvPr>
          <p:cNvSpPr txBox="1"/>
          <p:nvPr/>
        </p:nvSpPr>
        <p:spPr>
          <a:xfrm>
            <a:off x="13374161" y="15003598"/>
            <a:ext cx="408183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PARTICLES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CC9CCC92-F15B-518B-6307-90A62088FB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4369" y="7408574"/>
            <a:ext cx="4077868" cy="3094465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92ED9A23-C05B-D240-E4E2-CE0F46FFCCA2}"/>
              </a:ext>
            </a:extLst>
          </p:cNvPr>
          <p:cNvSpPr txBox="1"/>
          <p:nvPr/>
        </p:nvSpPr>
        <p:spPr>
          <a:xfrm>
            <a:off x="4892385" y="8632641"/>
            <a:ext cx="4081837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VIOLIN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EDCC7B0-9BCE-1C4F-2ED8-3DF0558995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655" y="10637998"/>
            <a:ext cx="4077869" cy="312057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A2469631-2F2B-47CC-E2E3-40D2C3412578}"/>
              </a:ext>
            </a:extLst>
          </p:cNvPr>
          <p:cNvSpPr txBox="1"/>
          <p:nvPr/>
        </p:nvSpPr>
        <p:spPr>
          <a:xfrm>
            <a:off x="687670" y="11875119"/>
            <a:ext cx="40818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RADIALGRAPH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D7A3D0F6-99AA-7A9C-30CC-0C818C7549F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13701"/>
          <a:stretch>
            <a:fillRect/>
          </a:stretch>
        </p:blipFill>
        <p:spPr>
          <a:xfrm>
            <a:off x="13378132" y="681060"/>
            <a:ext cx="4073895" cy="3395157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22CF49EC-24A9-4C96-5560-F1AE3B0585B0}"/>
              </a:ext>
            </a:extLst>
          </p:cNvPr>
          <p:cNvSpPr txBox="1"/>
          <p:nvPr/>
        </p:nvSpPr>
        <p:spPr>
          <a:xfrm>
            <a:off x="13374160" y="2055473"/>
            <a:ext cx="408183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MOVINGBUBBLES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9F115C3-8422-A713-30AE-2DB29BFA25D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3875"/>
          <a:stretch>
            <a:fillRect/>
          </a:stretch>
        </p:blipFill>
        <p:spPr>
          <a:xfrm>
            <a:off x="689656" y="7398727"/>
            <a:ext cx="4077867" cy="311415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9B445D9-2FEA-B58B-118B-E59B87775F6A}"/>
              </a:ext>
            </a:extLst>
          </p:cNvPr>
          <p:cNvSpPr txBox="1"/>
          <p:nvPr/>
        </p:nvSpPr>
        <p:spPr>
          <a:xfrm>
            <a:off x="691640" y="8632641"/>
            <a:ext cx="4073898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SCATTER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AF370B51-37F7-5B01-5DD9-B3C30DD7252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292" r="4228"/>
          <a:stretch>
            <a:fillRect/>
          </a:stretch>
        </p:blipFill>
        <p:spPr>
          <a:xfrm>
            <a:off x="4890400" y="10641205"/>
            <a:ext cx="4085806" cy="3114159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477DB5A-77E6-E5F6-A15C-D6FEF468EBE6}"/>
              </a:ext>
            </a:extLst>
          </p:cNvPr>
          <p:cNvSpPr txBox="1"/>
          <p:nvPr/>
        </p:nvSpPr>
        <p:spPr>
          <a:xfrm>
            <a:off x="4977503" y="11875119"/>
            <a:ext cx="3911600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TREE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9ABF870A-F5A7-BA92-0CCC-40868EA2452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8461"/>
          <a:stretch>
            <a:fillRect/>
          </a:stretch>
        </p:blipFill>
        <p:spPr>
          <a:xfrm>
            <a:off x="9136384" y="690979"/>
            <a:ext cx="4085806" cy="3375319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1CD6B524-6160-28BA-762B-8B15C252BE28}"/>
              </a:ext>
            </a:extLst>
          </p:cNvPr>
          <p:cNvSpPr txBox="1"/>
          <p:nvPr/>
        </p:nvSpPr>
        <p:spPr>
          <a:xfrm>
            <a:off x="9162768" y="2055473"/>
            <a:ext cx="4033039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TREEMAP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EE26DB5A-8BCA-3A65-0150-EB9164446F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19234" y="4220600"/>
            <a:ext cx="4120107" cy="3082846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9BA6E79D-5282-AA67-D6E5-90B911F1FCB2}"/>
              </a:ext>
            </a:extLst>
          </p:cNvPr>
          <p:cNvSpPr txBox="1"/>
          <p:nvPr/>
        </p:nvSpPr>
        <p:spPr>
          <a:xfrm>
            <a:off x="9184620" y="5438858"/>
            <a:ext cx="3989335" cy="646331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gency FB" panose="020B0503020202020204" pitchFamily="34" charset="0"/>
              </a:rPr>
              <a:t>FLOWGRAPH</a:t>
            </a:r>
            <a:endParaRPr lang="en-NL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65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1574</TotalTime>
  <Words>17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8</cp:revision>
  <dcterms:created xsi:type="dcterms:W3CDTF">2026-09-13T10:59:32Z</dcterms:created>
  <dcterms:modified xsi:type="dcterms:W3CDTF">2026-10-16T10:48:31Z</dcterms:modified>
</cp:coreProperties>
</file>