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</p:sldIdLst>
  <p:sldSz cx="18000663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22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44" autoAdjust="0"/>
    <p:restoredTop sz="63175" autoAdjust="0"/>
  </p:normalViewPr>
  <p:slideViewPr>
    <p:cSldViewPr snapToGrid="0">
      <p:cViewPr varScale="1">
        <p:scale>
          <a:sx n="27" d="100"/>
          <a:sy n="27" d="100"/>
        </p:scale>
        <p:origin x="276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0050" y="2945943"/>
            <a:ext cx="15300564" cy="6266897"/>
          </a:xfrm>
        </p:spPr>
        <p:txBody>
          <a:bodyPr anchor="b"/>
          <a:lstStyle>
            <a:lvl1pPr algn="ctr">
              <a:defRPr sz="118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9454516"/>
            <a:ext cx="13500497" cy="4345992"/>
          </a:xfrm>
        </p:spPr>
        <p:txBody>
          <a:bodyPr/>
          <a:lstStyle>
            <a:lvl1pPr marL="0" indent="0" algn="ctr">
              <a:buNone/>
              <a:defRPr sz="4725"/>
            </a:lvl1pPr>
            <a:lvl2pPr marL="900044" indent="0" algn="ctr">
              <a:buNone/>
              <a:defRPr sz="3937"/>
            </a:lvl2pPr>
            <a:lvl3pPr marL="1800088" indent="0" algn="ctr">
              <a:buNone/>
              <a:defRPr sz="3543"/>
            </a:lvl3pPr>
            <a:lvl4pPr marL="2700132" indent="0" algn="ctr">
              <a:buNone/>
              <a:defRPr sz="3150"/>
            </a:lvl4pPr>
            <a:lvl5pPr marL="3600176" indent="0" algn="ctr">
              <a:buNone/>
              <a:defRPr sz="3150"/>
            </a:lvl5pPr>
            <a:lvl6pPr marL="4500220" indent="0" algn="ctr">
              <a:buNone/>
              <a:defRPr sz="3150"/>
            </a:lvl6pPr>
            <a:lvl7pPr marL="5400264" indent="0" algn="ctr">
              <a:buNone/>
              <a:defRPr sz="3150"/>
            </a:lvl7pPr>
            <a:lvl8pPr marL="6300307" indent="0" algn="ctr">
              <a:buNone/>
              <a:defRPr sz="3150"/>
            </a:lvl8pPr>
            <a:lvl9pPr marL="7200351" indent="0" algn="ctr">
              <a:buNone/>
              <a:defRPr sz="315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E540C-253D-454A-8B27-ECFCBAF5489C}" type="datetimeFigureOut">
              <a:rPr lang="en-NL" smtClean="0"/>
              <a:t>16/10/2026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D1A3-2171-4BC0-BEBA-CEB55C9696C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84883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E540C-253D-454A-8B27-ECFCBAF5489C}" type="datetimeFigureOut">
              <a:rPr lang="en-NL" smtClean="0"/>
              <a:t>16/10/2026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D1A3-2171-4BC0-BEBA-CEB55C9696C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165630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1" y="4487671"/>
            <a:ext cx="15525572" cy="7487774"/>
          </a:xfrm>
        </p:spPr>
        <p:txBody>
          <a:bodyPr anchor="b"/>
          <a:lstStyle>
            <a:lvl1pPr>
              <a:defRPr sz="118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1" y="12046282"/>
            <a:ext cx="15525572" cy="3937644"/>
          </a:xfrm>
        </p:spPr>
        <p:txBody>
          <a:bodyPr/>
          <a:lstStyle>
            <a:lvl1pPr marL="0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1pPr>
            <a:lvl2pPr marL="900044" indent="0">
              <a:buNone/>
              <a:defRPr sz="3937">
                <a:solidFill>
                  <a:schemeClr val="tx1">
                    <a:tint val="82000"/>
                  </a:schemeClr>
                </a:solidFill>
              </a:defRPr>
            </a:lvl2pPr>
            <a:lvl3pPr marL="1800088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3pPr>
            <a:lvl4pPr marL="2700132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4pPr>
            <a:lvl5pPr marL="3600176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5pPr>
            <a:lvl6pPr marL="4500220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6pPr>
            <a:lvl7pPr marL="5400264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7pPr>
            <a:lvl8pPr marL="6300307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8pPr>
            <a:lvl9pPr marL="7200351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E540C-253D-454A-8B27-ECFCBAF5489C}" type="datetimeFigureOut">
              <a:rPr lang="en-NL" smtClean="0"/>
              <a:t>16/10/2026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D1A3-2171-4BC0-BEBA-CEB55C9696C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11405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4791843"/>
            <a:ext cx="7650282" cy="114212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4791843"/>
            <a:ext cx="7650282" cy="114212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E540C-253D-454A-8B27-ECFCBAF5489C}" type="datetimeFigureOut">
              <a:rPr lang="en-NL" smtClean="0"/>
              <a:t>16/10/2026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D1A3-2171-4BC0-BEBA-CEB55C9696C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22357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958373"/>
            <a:ext cx="15525572" cy="34792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2" y="4412664"/>
            <a:ext cx="7615123" cy="2162578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2" y="6575242"/>
            <a:ext cx="7615123" cy="96711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7" y="4412664"/>
            <a:ext cx="7652626" cy="2162578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7" y="6575242"/>
            <a:ext cx="7652626" cy="96711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E540C-253D-454A-8B27-ECFCBAF5489C}" type="datetimeFigureOut">
              <a:rPr lang="en-NL" smtClean="0"/>
              <a:t>16/10/2026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D1A3-2171-4BC0-BEBA-CEB55C9696C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277094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E540C-253D-454A-8B27-ECFCBAF5489C}" type="datetimeFigureOut">
              <a:rPr lang="en-NL" smtClean="0"/>
              <a:t>16/10/2026</a:t>
            </a:fld>
            <a:endParaRPr lang="en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D1A3-2171-4BC0-BEBA-CEB55C9696C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95692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E540C-253D-454A-8B27-ECFCBAF5489C}" type="datetimeFigureOut">
              <a:rPr lang="en-NL" smtClean="0"/>
              <a:t>16/10/2026</a:t>
            </a:fld>
            <a:endParaRPr lang="en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D1A3-2171-4BC0-BEBA-CEB55C9696C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26871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200044"/>
            <a:ext cx="5805682" cy="4200155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2591766"/>
            <a:ext cx="9112836" cy="12792138"/>
          </a:xfrm>
        </p:spPr>
        <p:txBody>
          <a:bodyPr/>
          <a:lstStyle>
            <a:lvl1pPr>
              <a:defRPr sz="6300"/>
            </a:lvl1pPr>
            <a:lvl2pPr>
              <a:defRPr sz="5512"/>
            </a:lvl2pPr>
            <a:lvl3pPr>
              <a:defRPr sz="4725"/>
            </a:lvl3pPr>
            <a:lvl4pPr>
              <a:defRPr sz="3937"/>
            </a:lvl4pPr>
            <a:lvl5pPr>
              <a:defRPr sz="3937"/>
            </a:lvl5pPr>
            <a:lvl6pPr>
              <a:defRPr sz="3937"/>
            </a:lvl6pPr>
            <a:lvl7pPr>
              <a:defRPr sz="3937"/>
            </a:lvl7pPr>
            <a:lvl8pPr>
              <a:defRPr sz="3937"/>
            </a:lvl8pPr>
            <a:lvl9pPr>
              <a:defRPr sz="393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5400199"/>
            <a:ext cx="5805682" cy="10004536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E540C-253D-454A-8B27-ECFCBAF5489C}" type="datetimeFigureOut">
              <a:rPr lang="en-NL" smtClean="0"/>
              <a:t>16/10/2026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D1A3-2171-4BC0-BEBA-CEB55C9696C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22568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200044"/>
            <a:ext cx="5805682" cy="4200155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2591766"/>
            <a:ext cx="9112836" cy="12792138"/>
          </a:xfrm>
        </p:spPr>
        <p:txBody>
          <a:bodyPr anchor="t"/>
          <a:lstStyle>
            <a:lvl1pPr marL="0" indent="0">
              <a:buNone/>
              <a:defRPr sz="6300"/>
            </a:lvl1pPr>
            <a:lvl2pPr marL="900044" indent="0">
              <a:buNone/>
              <a:defRPr sz="5512"/>
            </a:lvl2pPr>
            <a:lvl3pPr marL="1800088" indent="0">
              <a:buNone/>
              <a:defRPr sz="4725"/>
            </a:lvl3pPr>
            <a:lvl4pPr marL="2700132" indent="0">
              <a:buNone/>
              <a:defRPr sz="3937"/>
            </a:lvl4pPr>
            <a:lvl5pPr marL="3600176" indent="0">
              <a:buNone/>
              <a:defRPr sz="3937"/>
            </a:lvl5pPr>
            <a:lvl6pPr marL="4500220" indent="0">
              <a:buNone/>
              <a:defRPr sz="3937"/>
            </a:lvl6pPr>
            <a:lvl7pPr marL="5400264" indent="0">
              <a:buNone/>
              <a:defRPr sz="3937"/>
            </a:lvl7pPr>
            <a:lvl8pPr marL="6300307" indent="0">
              <a:buNone/>
              <a:defRPr sz="3937"/>
            </a:lvl8pPr>
            <a:lvl9pPr marL="7200351" indent="0">
              <a:buNone/>
              <a:defRPr sz="3937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5400199"/>
            <a:ext cx="5805682" cy="10004536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E540C-253D-454A-8B27-ECFCBAF5489C}" type="datetimeFigureOut">
              <a:rPr lang="en-NL" smtClean="0"/>
              <a:t>16/10/2026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D1A3-2171-4BC0-BEBA-CEB55C9696C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02085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E540C-253D-454A-8B27-ECFCBAF5489C}" type="datetimeFigureOut">
              <a:rPr lang="en-NL" smtClean="0"/>
              <a:t>16/10/2026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D1A3-2171-4BC0-BEBA-CEB55C9696C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42554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5" y="958369"/>
            <a:ext cx="3881393" cy="1525473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6" y="958369"/>
            <a:ext cx="11419171" cy="1525473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E540C-253D-454A-8B27-ECFCBAF5489C}" type="datetimeFigureOut">
              <a:rPr lang="en-NL" smtClean="0"/>
              <a:t>16/10/2026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D1A3-2171-4BC0-BEBA-CEB55C9696C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34387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958373"/>
            <a:ext cx="15525572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4791843"/>
            <a:ext cx="15525572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6683952"/>
            <a:ext cx="4050149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0E540C-253D-454A-8B27-ECFCBAF5489C}" type="datetimeFigureOut">
              <a:rPr lang="en-NL" smtClean="0"/>
              <a:t>16/10/2026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6683952"/>
            <a:ext cx="607522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6683952"/>
            <a:ext cx="4050149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57D1A3-2171-4BC0-BEBA-CEB55C9696C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36546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800088" rtl="0" eaLnBrk="1" latinLnBrk="0" hangingPunct="1">
        <a:lnSpc>
          <a:spcPct val="90000"/>
        </a:lnSpc>
        <a:spcBef>
          <a:spcPct val="0"/>
        </a:spcBef>
        <a:buNone/>
        <a:defRPr sz="866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0022" indent="-450022" algn="l" defTabSz="1800088" rtl="0" eaLnBrk="1" latinLnBrk="0" hangingPunct="1">
        <a:lnSpc>
          <a:spcPct val="90000"/>
        </a:lnSpc>
        <a:spcBef>
          <a:spcPts val="1969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1pPr>
      <a:lvl2pPr marL="1350066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250110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937" kern="1200">
          <a:solidFill>
            <a:schemeClr val="tx1"/>
          </a:solidFill>
          <a:latin typeface="+mn-lt"/>
          <a:ea typeface="+mn-ea"/>
          <a:cs typeface="+mn-cs"/>
        </a:defRPr>
      </a:lvl3pPr>
      <a:lvl4pPr marL="3150154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4050198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950242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850285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750329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650373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1pPr>
      <a:lvl2pPr marL="90004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800088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700132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3600176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50022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40026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300307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200351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874538B-6E3D-71D0-C07F-B9F81B1080D7}"/>
              </a:ext>
            </a:extLst>
          </p:cNvPr>
          <p:cNvSpPr/>
          <p:nvPr/>
        </p:nvSpPr>
        <p:spPr>
          <a:xfrm>
            <a:off x="0" y="0"/>
            <a:ext cx="18000663" cy="18000663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FB0AF6-BE11-6E39-9C7C-0FE8B25E68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686" y="4205482"/>
            <a:ext cx="4085806" cy="31130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9EB47AB-E8BA-AB44-7D42-0B40F72837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74160" y="4211503"/>
            <a:ext cx="4081839" cy="310104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2D14C2E-AEEE-11A0-D029-E7E5758CEE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922" r="3102"/>
          <a:stretch>
            <a:fillRect/>
          </a:stretch>
        </p:blipFill>
        <p:spPr>
          <a:xfrm>
            <a:off x="4892383" y="677854"/>
            <a:ext cx="4081840" cy="340156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9AA4FB7-6770-6544-9586-0EF187AE34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655" y="693572"/>
            <a:ext cx="4077869" cy="337013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97D2980-06AE-4BD9-6F5C-0DF049684602}"/>
              </a:ext>
            </a:extLst>
          </p:cNvPr>
          <p:cNvSpPr txBox="1"/>
          <p:nvPr/>
        </p:nvSpPr>
        <p:spPr>
          <a:xfrm>
            <a:off x="13420412" y="5438858"/>
            <a:ext cx="3989335" cy="646331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latin typeface="Agency FB" panose="020B0503020202020204" pitchFamily="34" charset="0"/>
              </a:rPr>
              <a:t>SANKEY</a:t>
            </a:r>
            <a:endParaRPr lang="en-NL" sz="36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9347066-D0C9-3DA3-4B00-62E587F221F5}"/>
              </a:ext>
            </a:extLst>
          </p:cNvPr>
          <p:cNvSpPr txBox="1"/>
          <p:nvPr/>
        </p:nvSpPr>
        <p:spPr>
          <a:xfrm>
            <a:off x="4894370" y="2055473"/>
            <a:ext cx="4077867" cy="646331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latin typeface="Agency FB" panose="020B0503020202020204" pitchFamily="34" charset="0"/>
              </a:rPr>
              <a:t>CHORD</a:t>
            </a:r>
            <a:endParaRPr lang="en-NL" sz="36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525595-1929-2471-B2FC-88AC79D3C15D}"/>
              </a:ext>
            </a:extLst>
          </p:cNvPr>
          <p:cNvSpPr txBox="1"/>
          <p:nvPr/>
        </p:nvSpPr>
        <p:spPr>
          <a:xfrm>
            <a:off x="687670" y="5438858"/>
            <a:ext cx="4081839" cy="646331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latin typeface="Agency FB" panose="020B0503020202020204" pitchFamily="34" charset="0"/>
              </a:rPr>
              <a:t>D3GRAPH</a:t>
            </a:r>
            <a:endParaRPr lang="en-NL" sz="36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FEC7761-C13A-3DAA-A0EB-CB15A88B917D}"/>
              </a:ext>
            </a:extLst>
          </p:cNvPr>
          <p:cNvSpPr txBox="1"/>
          <p:nvPr/>
        </p:nvSpPr>
        <p:spPr>
          <a:xfrm>
            <a:off x="689656" y="2055473"/>
            <a:ext cx="4077867" cy="646331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latin typeface="Agency FB" panose="020B0503020202020204" pitchFamily="34" charset="0"/>
              </a:rPr>
              <a:t>HEATMAP</a:t>
            </a:r>
            <a:endParaRPr lang="en-NL" sz="36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4A381F8-1E91-DEB3-7B45-CE808744E58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8840" b="188"/>
          <a:stretch>
            <a:fillRect/>
          </a:stretch>
        </p:blipFill>
        <p:spPr>
          <a:xfrm>
            <a:off x="13374160" y="10669631"/>
            <a:ext cx="4081839" cy="305730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1FAF76E5-E8D0-4A0B-4954-EC3F5A863A84}"/>
              </a:ext>
            </a:extLst>
          </p:cNvPr>
          <p:cNvSpPr txBox="1"/>
          <p:nvPr/>
        </p:nvSpPr>
        <p:spPr>
          <a:xfrm>
            <a:off x="13376144" y="11875119"/>
            <a:ext cx="4077870" cy="646331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latin typeface="Agency FB" panose="020B0503020202020204" pitchFamily="34" charset="0"/>
              </a:rPr>
              <a:t>IMAGESLIDER</a:t>
            </a:r>
            <a:endParaRPr lang="en-NL" sz="36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032A2D8-64ED-B71B-B1E7-AA6438CA7DC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770" r="740"/>
          <a:stretch>
            <a:fillRect/>
          </a:stretch>
        </p:blipFill>
        <p:spPr>
          <a:xfrm>
            <a:off x="13374160" y="7395520"/>
            <a:ext cx="4081838" cy="312057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8BF696F8-865A-742D-B841-8A7C79678900}"/>
              </a:ext>
            </a:extLst>
          </p:cNvPr>
          <p:cNvSpPr txBox="1"/>
          <p:nvPr/>
        </p:nvSpPr>
        <p:spPr>
          <a:xfrm>
            <a:off x="13374160" y="8632641"/>
            <a:ext cx="4081838" cy="646331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latin typeface="Agency FB" panose="020B0503020202020204" pitchFamily="34" charset="0"/>
              </a:rPr>
              <a:t>CIRCLEPACKING</a:t>
            </a:r>
            <a:endParaRPr lang="en-NL" sz="36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B5506568-0550-A6B8-0173-DCF2E87FF06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4854" t="8954" r="16334" b="25228"/>
          <a:stretch>
            <a:fillRect/>
          </a:stretch>
        </p:blipFill>
        <p:spPr>
          <a:xfrm>
            <a:off x="4892384" y="4204943"/>
            <a:ext cx="4081838" cy="3114161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BD28B14C-E541-2E3E-F473-4F38A4F64236}"/>
              </a:ext>
            </a:extLst>
          </p:cNvPr>
          <p:cNvSpPr txBox="1"/>
          <p:nvPr/>
        </p:nvSpPr>
        <p:spPr>
          <a:xfrm>
            <a:off x="4892384" y="5438858"/>
            <a:ext cx="4081839" cy="646331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latin typeface="Agency FB" panose="020B0503020202020204" pitchFamily="34" charset="0"/>
              </a:rPr>
              <a:t>ELASTICGRAPH</a:t>
            </a:r>
            <a:endParaRPr lang="en-NL" sz="36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E709602D-5678-55ED-E97A-F3774D7C0D6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0353" y="7398727"/>
            <a:ext cx="4077868" cy="3114159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A9714818-0909-6F8D-F5C4-78A4EFE5258B}"/>
              </a:ext>
            </a:extLst>
          </p:cNvPr>
          <p:cNvSpPr txBox="1"/>
          <p:nvPr/>
        </p:nvSpPr>
        <p:spPr>
          <a:xfrm>
            <a:off x="9140354" y="8632641"/>
            <a:ext cx="4077867" cy="646331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latin typeface="Agency FB" panose="020B0503020202020204" pitchFamily="34" charset="0"/>
              </a:rPr>
              <a:t>TIMESERIES</a:t>
            </a:r>
            <a:endParaRPr lang="en-NL" sz="36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E204F643-FF86-56F1-1459-61AD6CE485D2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r="341"/>
          <a:stretch>
            <a:fillRect/>
          </a:stretch>
        </p:blipFill>
        <p:spPr>
          <a:xfrm>
            <a:off x="9140354" y="10641205"/>
            <a:ext cx="4077867" cy="311415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EFCBA323-1F80-3889-8D25-D8E72D738B05}"/>
              </a:ext>
            </a:extLst>
          </p:cNvPr>
          <p:cNvSpPr txBox="1"/>
          <p:nvPr/>
        </p:nvSpPr>
        <p:spPr>
          <a:xfrm>
            <a:off x="9142338" y="11875119"/>
            <a:ext cx="4073898" cy="646331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latin typeface="Agency FB" panose="020B0503020202020204" pitchFamily="34" charset="0"/>
              </a:rPr>
              <a:t>MAPS</a:t>
            </a:r>
            <a:endParaRPr lang="en-NL" sz="36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AB6F13C8-CF32-A7CC-773B-0167633A45C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372176" y="13831469"/>
            <a:ext cx="4085806" cy="3107745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22AA8C25-C7BA-E2FC-FACC-13334B4ED815}"/>
              </a:ext>
            </a:extLst>
          </p:cNvPr>
          <p:cNvSpPr txBox="1"/>
          <p:nvPr/>
        </p:nvSpPr>
        <p:spPr>
          <a:xfrm>
            <a:off x="13374161" y="15003598"/>
            <a:ext cx="4081837" cy="646331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latin typeface="Agency FB" panose="020B0503020202020204" pitchFamily="34" charset="0"/>
              </a:rPr>
              <a:t>PARTICLES</a:t>
            </a:r>
            <a:endParaRPr lang="en-NL" sz="36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CC9CCC92-F15B-518B-6307-90A62088FB9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4369" y="7408574"/>
            <a:ext cx="4077868" cy="3094465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92ED9A23-C05B-D240-E4E2-CE0F46FFCCA2}"/>
              </a:ext>
            </a:extLst>
          </p:cNvPr>
          <p:cNvSpPr txBox="1"/>
          <p:nvPr/>
        </p:nvSpPr>
        <p:spPr>
          <a:xfrm>
            <a:off x="4892385" y="8632641"/>
            <a:ext cx="4081837" cy="646331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latin typeface="Agency FB" panose="020B0503020202020204" pitchFamily="34" charset="0"/>
              </a:rPr>
              <a:t>VIOLIN</a:t>
            </a:r>
            <a:endParaRPr lang="en-NL" sz="36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DEDCC7B0-9BCE-1C4F-2ED8-3DF0558995E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9655" y="10637998"/>
            <a:ext cx="4077869" cy="3120573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A2469631-2F2B-47CC-E2E3-40D2C3412578}"/>
              </a:ext>
            </a:extLst>
          </p:cNvPr>
          <p:cNvSpPr txBox="1"/>
          <p:nvPr/>
        </p:nvSpPr>
        <p:spPr>
          <a:xfrm>
            <a:off x="687670" y="11875119"/>
            <a:ext cx="4081839" cy="646331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latin typeface="Agency FB" panose="020B0503020202020204" pitchFamily="34" charset="0"/>
              </a:rPr>
              <a:t>RADIALGRAPH</a:t>
            </a:r>
            <a:endParaRPr lang="en-NL" sz="36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pic>
        <p:nvPicPr>
          <p:cNvPr id="79" name="Picture 78">
            <a:extLst>
              <a:ext uri="{FF2B5EF4-FFF2-40B4-BE49-F238E27FC236}">
                <a16:creationId xmlns:a16="http://schemas.microsoft.com/office/drawing/2014/main" id="{D7A3D0F6-99AA-7A9C-30CC-0C818C7549F9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r="13701"/>
          <a:stretch>
            <a:fillRect/>
          </a:stretch>
        </p:blipFill>
        <p:spPr>
          <a:xfrm>
            <a:off x="13378132" y="681060"/>
            <a:ext cx="4073895" cy="3395157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22CF49EC-24A9-4C96-5560-F1AE3B0585B0}"/>
              </a:ext>
            </a:extLst>
          </p:cNvPr>
          <p:cNvSpPr txBox="1"/>
          <p:nvPr/>
        </p:nvSpPr>
        <p:spPr>
          <a:xfrm>
            <a:off x="13374160" y="2055473"/>
            <a:ext cx="4081838" cy="646331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latin typeface="Agency FB" panose="020B0503020202020204" pitchFamily="34" charset="0"/>
              </a:rPr>
              <a:t>MOVINGBUBBLES</a:t>
            </a:r>
            <a:endParaRPr lang="en-NL" sz="36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89F115C3-8422-A713-30AE-2DB29BFA25DB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13875"/>
          <a:stretch>
            <a:fillRect/>
          </a:stretch>
        </p:blipFill>
        <p:spPr>
          <a:xfrm>
            <a:off x="689656" y="7398727"/>
            <a:ext cx="4077867" cy="3114159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E9B445D9-2FEA-B58B-118B-E59B87775F6A}"/>
              </a:ext>
            </a:extLst>
          </p:cNvPr>
          <p:cNvSpPr txBox="1"/>
          <p:nvPr/>
        </p:nvSpPr>
        <p:spPr>
          <a:xfrm>
            <a:off x="691640" y="8632641"/>
            <a:ext cx="4073898" cy="646331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latin typeface="Agency FB" panose="020B0503020202020204" pitchFamily="34" charset="0"/>
              </a:rPr>
              <a:t>SCATTER</a:t>
            </a:r>
            <a:endParaRPr lang="en-NL" sz="36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AF370B51-37F7-5B01-5DD9-B3C30DD7252C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l="6292" r="4228"/>
          <a:stretch>
            <a:fillRect/>
          </a:stretch>
        </p:blipFill>
        <p:spPr>
          <a:xfrm>
            <a:off x="4890400" y="10641205"/>
            <a:ext cx="4085806" cy="3114159"/>
          </a:xfrm>
          <a:prstGeom prst="rect">
            <a:avLst/>
          </a:prstGeom>
        </p:spPr>
      </p:pic>
      <p:sp>
        <p:nvSpPr>
          <p:cNvPr id="96" name="TextBox 95">
            <a:extLst>
              <a:ext uri="{FF2B5EF4-FFF2-40B4-BE49-F238E27FC236}">
                <a16:creationId xmlns:a16="http://schemas.microsoft.com/office/drawing/2014/main" id="{E477DB5A-77E6-E5F6-A15C-D6FEF468EBE6}"/>
              </a:ext>
            </a:extLst>
          </p:cNvPr>
          <p:cNvSpPr txBox="1"/>
          <p:nvPr/>
        </p:nvSpPr>
        <p:spPr>
          <a:xfrm>
            <a:off x="4977503" y="11875119"/>
            <a:ext cx="3911600" cy="646331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latin typeface="Agency FB" panose="020B0503020202020204" pitchFamily="34" charset="0"/>
              </a:rPr>
              <a:t>TREE</a:t>
            </a:r>
            <a:endParaRPr lang="en-NL" sz="36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pic>
        <p:nvPicPr>
          <p:cNvPr id="98" name="Picture 97">
            <a:extLst>
              <a:ext uri="{FF2B5EF4-FFF2-40B4-BE49-F238E27FC236}">
                <a16:creationId xmlns:a16="http://schemas.microsoft.com/office/drawing/2014/main" id="{9ABF870A-F5A7-BA92-0CCC-40868EA2452C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r="8461"/>
          <a:stretch>
            <a:fillRect/>
          </a:stretch>
        </p:blipFill>
        <p:spPr>
          <a:xfrm>
            <a:off x="9136384" y="690979"/>
            <a:ext cx="4085806" cy="3375319"/>
          </a:xfrm>
          <a:prstGeom prst="rect">
            <a:avLst/>
          </a:prstGeom>
        </p:spPr>
      </p:pic>
      <p:sp>
        <p:nvSpPr>
          <p:cNvPr id="100" name="TextBox 99">
            <a:extLst>
              <a:ext uri="{FF2B5EF4-FFF2-40B4-BE49-F238E27FC236}">
                <a16:creationId xmlns:a16="http://schemas.microsoft.com/office/drawing/2014/main" id="{1CD6B524-6160-28BA-762B-8B15C252BE28}"/>
              </a:ext>
            </a:extLst>
          </p:cNvPr>
          <p:cNvSpPr txBox="1"/>
          <p:nvPr/>
        </p:nvSpPr>
        <p:spPr>
          <a:xfrm>
            <a:off x="9162768" y="2055473"/>
            <a:ext cx="4033039" cy="646331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latin typeface="Agency FB" panose="020B0503020202020204" pitchFamily="34" charset="0"/>
              </a:rPr>
              <a:t>TREEMAP</a:t>
            </a:r>
            <a:endParaRPr lang="en-NL" sz="36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EE26DB5A-8BCA-3A65-0150-EB9164446F3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119234" y="4220600"/>
            <a:ext cx="4120107" cy="3082846"/>
          </a:xfrm>
          <a:prstGeom prst="rect">
            <a:avLst/>
          </a:prstGeom>
        </p:spPr>
      </p:pic>
      <p:sp>
        <p:nvSpPr>
          <p:cNvPr id="105" name="TextBox 104">
            <a:extLst>
              <a:ext uri="{FF2B5EF4-FFF2-40B4-BE49-F238E27FC236}">
                <a16:creationId xmlns:a16="http://schemas.microsoft.com/office/drawing/2014/main" id="{9BA6E79D-5282-AA67-D6E5-90B911F1FCB2}"/>
              </a:ext>
            </a:extLst>
          </p:cNvPr>
          <p:cNvSpPr txBox="1"/>
          <p:nvPr/>
        </p:nvSpPr>
        <p:spPr>
          <a:xfrm>
            <a:off x="9184620" y="5438858"/>
            <a:ext cx="3989335" cy="646331"/>
          </a:xfrm>
          <a:prstGeom prst="rect">
            <a:avLst/>
          </a:prstGeom>
          <a:solidFill>
            <a:schemeClr val="tx1">
              <a:alpha val="33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latin typeface="Agency FB" panose="020B0503020202020204" pitchFamily="34" charset="0"/>
              </a:rPr>
              <a:t>FLOWGRAPH</a:t>
            </a:r>
            <a:endParaRPr lang="en-NL" sz="36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76577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1574</TotalTime>
  <Words>17</Words>
  <Application>Microsoft Office PowerPoint</Application>
  <PresentationFormat>Custom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Agency FB</vt:lpstr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 T</dc:creator>
  <cp:lastModifiedBy>E T</cp:lastModifiedBy>
  <cp:revision>7</cp:revision>
  <dcterms:created xsi:type="dcterms:W3CDTF">2026-09-13T10:59:32Z</dcterms:created>
  <dcterms:modified xsi:type="dcterms:W3CDTF">2026-10-16T09:59:24Z</dcterms:modified>
</cp:coreProperties>
</file>