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800066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4" autoAdjust="0"/>
    <p:restoredTop sz="91080" autoAdjust="0"/>
  </p:normalViewPr>
  <p:slideViewPr>
    <p:cSldViewPr snapToGrid="0">
      <p:cViewPr varScale="1">
        <p:scale>
          <a:sx n="48" d="100"/>
          <a:sy n="48" d="100"/>
        </p:scale>
        <p:origin x="15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356703"/>
            <a:ext cx="15300564" cy="5013407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7563446"/>
            <a:ext cx="13500497" cy="3476717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25/09/2026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00704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25/09/2026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43069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3590057"/>
            <a:ext cx="15525572" cy="5990088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9636813"/>
            <a:ext cx="15525572" cy="3150046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82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25/09/2026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09469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3833390"/>
            <a:ext cx="7650282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3833390"/>
            <a:ext cx="7650282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25/09/2026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97117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766681"/>
            <a:ext cx="15525572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3530053"/>
            <a:ext cx="7615123" cy="1730025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5260078"/>
            <a:ext cx="7615123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3530053"/>
            <a:ext cx="7652626" cy="1730025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5260078"/>
            <a:ext cx="7652626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25/09/2026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7138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25/09/2026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83639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25/09/2026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48000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60014"/>
            <a:ext cx="5805682" cy="3360050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073367"/>
            <a:ext cx="9112836" cy="10233485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4320064"/>
            <a:ext cx="5805682" cy="8003453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25/09/2026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964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60014"/>
            <a:ext cx="5805682" cy="3360050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073367"/>
            <a:ext cx="9112836" cy="10233485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4320064"/>
            <a:ext cx="5805682" cy="8003453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25/09/2026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7136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25/09/2026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3085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766678"/>
            <a:ext cx="3881393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766678"/>
            <a:ext cx="11419171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25/09/2026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69688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766681"/>
            <a:ext cx="1552557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3833390"/>
            <a:ext cx="1552557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3346867"/>
            <a:ext cx="4050149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0E540C-253D-454A-8B27-ECFCBAF5489C}" type="datetimeFigureOut">
              <a:rPr lang="en-NL" smtClean="0"/>
              <a:t>25/09/2026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3346867"/>
            <a:ext cx="607522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3346867"/>
            <a:ext cx="4050149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522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>
            <a:extLst>
              <a:ext uri="{FF2B5EF4-FFF2-40B4-BE49-F238E27FC236}">
                <a16:creationId xmlns:a16="http://schemas.microsoft.com/office/drawing/2014/main" id="{C2A7BCB7-E64B-03FD-E244-1DEB16383566}"/>
              </a:ext>
            </a:extLst>
          </p:cNvPr>
          <p:cNvSpPr/>
          <p:nvPr/>
        </p:nvSpPr>
        <p:spPr>
          <a:xfrm>
            <a:off x="0" y="0"/>
            <a:ext cx="18000663" cy="1440021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3F56B62F-BA6D-0CBB-2C7D-57BF8C3BD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71" y="4135281"/>
            <a:ext cx="4085806" cy="311308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D24CDB5-9C61-5AEE-3287-72831C858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427" y="4134302"/>
            <a:ext cx="4081839" cy="310104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6308CED-A12E-41C8-0799-9DC4CA09B7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22" r="3102"/>
          <a:stretch>
            <a:fillRect/>
          </a:stretch>
        </p:blipFill>
        <p:spPr>
          <a:xfrm>
            <a:off x="4889412" y="677854"/>
            <a:ext cx="4081840" cy="340156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AEEF5E5-006C-C98C-E68A-05E6AEB745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40" y="693572"/>
            <a:ext cx="4077869" cy="337013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313B9DF-A8A5-EFF2-CC1C-3847490154BD}"/>
              </a:ext>
            </a:extLst>
          </p:cNvPr>
          <p:cNvSpPr txBox="1"/>
          <p:nvPr/>
        </p:nvSpPr>
        <p:spPr>
          <a:xfrm>
            <a:off x="4933679" y="5418591"/>
            <a:ext cx="3989335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SANKEY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0E1E33-7F91-126B-0CAB-FB0742DB001A}"/>
              </a:ext>
            </a:extLst>
          </p:cNvPr>
          <p:cNvSpPr txBox="1"/>
          <p:nvPr/>
        </p:nvSpPr>
        <p:spPr>
          <a:xfrm>
            <a:off x="4891399" y="2055473"/>
            <a:ext cx="4077867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CHORD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C7DE5C-C1A5-5987-F4A6-3A6593B6CDB7}"/>
              </a:ext>
            </a:extLst>
          </p:cNvPr>
          <p:cNvSpPr txBox="1"/>
          <p:nvPr/>
        </p:nvSpPr>
        <p:spPr>
          <a:xfrm>
            <a:off x="677455" y="5360557"/>
            <a:ext cx="4081839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D3GRAPH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F74A2A-4E27-155B-9619-715496D67720}"/>
              </a:ext>
            </a:extLst>
          </p:cNvPr>
          <p:cNvSpPr txBox="1"/>
          <p:nvPr/>
        </p:nvSpPr>
        <p:spPr>
          <a:xfrm>
            <a:off x="679441" y="2055473"/>
            <a:ext cx="4077867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HEATMAP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59BD95C-3A3B-237B-A874-7D1FDAB9D57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840" b="188"/>
          <a:stretch>
            <a:fillRect/>
          </a:stretch>
        </p:blipFill>
        <p:spPr>
          <a:xfrm>
            <a:off x="13355006" y="7351763"/>
            <a:ext cx="4081839" cy="3057306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604F1824-3C2A-6F98-1E16-B20C62E01B07}"/>
              </a:ext>
            </a:extLst>
          </p:cNvPr>
          <p:cNvSpPr txBox="1"/>
          <p:nvPr/>
        </p:nvSpPr>
        <p:spPr>
          <a:xfrm>
            <a:off x="13356990" y="8514857"/>
            <a:ext cx="4077870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IMAGESLIDER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64CC8ECC-FCE1-8CB2-9947-7127804B130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70" r="740"/>
          <a:stretch>
            <a:fillRect/>
          </a:stretch>
        </p:blipFill>
        <p:spPr>
          <a:xfrm>
            <a:off x="4889413" y="7320130"/>
            <a:ext cx="4081838" cy="312057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4F51C480-D157-9209-3793-080B6FFCBE02}"/>
              </a:ext>
            </a:extLst>
          </p:cNvPr>
          <p:cNvSpPr txBox="1"/>
          <p:nvPr/>
        </p:nvSpPr>
        <p:spPr>
          <a:xfrm>
            <a:off x="4889413" y="8514857"/>
            <a:ext cx="4081838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CIRCLEPACKING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6DE7F35-CAD8-5A9E-47D1-9962DD37CD3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4854" t="8954" r="16334" b="25228"/>
          <a:stretch>
            <a:fillRect/>
          </a:stretch>
        </p:blipFill>
        <p:spPr>
          <a:xfrm>
            <a:off x="677455" y="7323336"/>
            <a:ext cx="4081838" cy="3114161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285F472-E6B3-E76D-B86C-814C399F10FD}"/>
              </a:ext>
            </a:extLst>
          </p:cNvPr>
          <p:cNvSpPr txBox="1"/>
          <p:nvPr/>
        </p:nvSpPr>
        <p:spPr>
          <a:xfrm>
            <a:off x="677455" y="8514857"/>
            <a:ext cx="4081839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ELASTICGRAPH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CB944F79-90F2-6945-67CF-EEF069B22A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56991" y="4121602"/>
            <a:ext cx="4077868" cy="3114159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4F67A6EE-2D30-41B7-E936-40CC9FFACEB2}"/>
              </a:ext>
            </a:extLst>
          </p:cNvPr>
          <p:cNvSpPr txBox="1"/>
          <p:nvPr/>
        </p:nvSpPr>
        <p:spPr>
          <a:xfrm>
            <a:off x="13356992" y="5360557"/>
            <a:ext cx="4077867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TIMESERIES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CBDBFBD-6707-A822-6F3D-497CA95C65A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341"/>
          <a:stretch>
            <a:fillRect/>
          </a:stretch>
        </p:blipFill>
        <p:spPr>
          <a:xfrm>
            <a:off x="9139085" y="10495583"/>
            <a:ext cx="4077867" cy="3114159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74E004A2-3135-57B6-F86C-31CDA44BCAF7}"/>
              </a:ext>
            </a:extLst>
          </p:cNvPr>
          <p:cNvSpPr txBox="1"/>
          <p:nvPr/>
        </p:nvSpPr>
        <p:spPr>
          <a:xfrm>
            <a:off x="9141069" y="11670919"/>
            <a:ext cx="4073898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MAPS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205EA70-6104-10BB-72DB-FC947B0432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53022" y="10498790"/>
            <a:ext cx="4085806" cy="3107745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A4A0232D-50EA-0827-8AA7-C85EA9FA6692}"/>
              </a:ext>
            </a:extLst>
          </p:cNvPr>
          <p:cNvSpPr txBox="1"/>
          <p:nvPr/>
        </p:nvSpPr>
        <p:spPr>
          <a:xfrm>
            <a:off x="13355007" y="11670919"/>
            <a:ext cx="4081837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PARTICLES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049E5AC-8900-4FF5-C0AC-9B43314AEE6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39084" y="7333184"/>
            <a:ext cx="4077868" cy="309446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17AFB4F6-FEE5-BBC6-D6EB-701C18B2529D}"/>
              </a:ext>
            </a:extLst>
          </p:cNvPr>
          <p:cNvSpPr txBox="1"/>
          <p:nvPr/>
        </p:nvSpPr>
        <p:spPr>
          <a:xfrm>
            <a:off x="9137100" y="8514857"/>
            <a:ext cx="4081837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VIOLIN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3B1A921E-EB5F-5B6A-7CCC-78263111582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9440" y="10492376"/>
            <a:ext cx="4077869" cy="3120573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D1EBEA46-8861-8DDD-0C70-42AD4361D879}"/>
              </a:ext>
            </a:extLst>
          </p:cNvPr>
          <p:cNvSpPr txBox="1"/>
          <p:nvPr/>
        </p:nvSpPr>
        <p:spPr>
          <a:xfrm>
            <a:off x="677455" y="11670919"/>
            <a:ext cx="4081839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RADIALGRAPH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0FC7A744-C21A-6998-DFB8-658325AF002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13701"/>
          <a:stretch>
            <a:fillRect/>
          </a:stretch>
        </p:blipFill>
        <p:spPr>
          <a:xfrm>
            <a:off x="13358978" y="681060"/>
            <a:ext cx="4073895" cy="3395157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2D7891A9-6A17-AB17-4659-E62BF03D80C6}"/>
              </a:ext>
            </a:extLst>
          </p:cNvPr>
          <p:cNvSpPr txBox="1"/>
          <p:nvPr/>
        </p:nvSpPr>
        <p:spPr>
          <a:xfrm>
            <a:off x="13355006" y="2055473"/>
            <a:ext cx="4081838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MOVINGBUBBLES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F986B076-95B0-4F90-52E9-8AFFE60ECD37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3875"/>
          <a:stretch>
            <a:fillRect/>
          </a:stretch>
        </p:blipFill>
        <p:spPr>
          <a:xfrm>
            <a:off x="9139085" y="4121602"/>
            <a:ext cx="4077867" cy="3114159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9E0151D4-284C-AD2A-747E-0DD6A424A1D6}"/>
              </a:ext>
            </a:extLst>
          </p:cNvPr>
          <p:cNvSpPr txBox="1"/>
          <p:nvPr/>
        </p:nvSpPr>
        <p:spPr>
          <a:xfrm>
            <a:off x="9141069" y="5360557"/>
            <a:ext cx="4073898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SCATTER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EC8C3748-B08D-423A-F40C-8AB6782D07F8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6292" r="4228"/>
          <a:stretch>
            <a:fillRect/>
          </a:stretch>
        </p:blipFill>
        <p:spPr>
          <a:xfrm>
            <a:off x="4887429" y="10495583"/>
            <a:ext cx="4085806" cy="3114159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14B6C4A7-9B41-9A36-8420-5E834949E814}"/>
              </a:ext>
            </a:extLst>
          </p:cNvPr>
          <p:cNvSpPr txBox="1"/>
          <p:nvPr/>
        </p:nvSpPr>
        <p:spPr>
          <a:xfrm>
            <a:off x="4974532" y="11670919"/>
            <a:ext cx="3911600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TREE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ACF783A1-B303-AA2A-3766-CF0EA272527A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r="8461"/>
          <a:stretch>
            <a:fillRect/>
          </a:stretch>
        </p:blipFill>
        <p:spPr>
          <a:xfrm>
            <a:off x="9135115" y="690979"/>
            <a:ext cx="4085806" cy="3375319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DE7B0E0A-482F-6226-11B4-21250BDD9DCE}"/>
              </a:ext>
            </a:extLst>
          </p:cNvPr>
          <p:cNvSpPr txBox="1"/>
          <p:nvPr/>
        </p:nvSpPr>
        <p:spPr>
          <a:xfrm>
            <a:off x="9161499" y="2055473"/>
            <a:ext cx="4033039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TREEMAP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657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1542</TotalTime>
  <Words>16</Words>
  <Application>Microsoft Office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Agency FB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 T</dc:creator>
  <cp:lastModifiedBy>E T</cp:lastModifiedBy>
  <cp:revision>6</cp:revision>
  <dcterms:created xsi:type="dcterms:W3CDTF">2026-09-13T10:59:32Z</dcterms:created>
  <dcterms:modified xsi:type="dcterms:W3CDTF">2026-09-26T09:32:56Z</dcterms:modified>
</cp:coreProperties>
</file>